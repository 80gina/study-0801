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0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164592"/>
            <a:ext cx="8814816" cy="4818888"/>
          </a:xfrm>
          <a:prstGeom prst="rect">
            <a:avLst/>
          </a:prstGeom>
          <a:ln w="31750">
            <a:solidFill>
              <a:srgbClr val="B85C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92608" y="292608"/>
            <a:ext cx="8558784" cy="4562856"/>
          </a:xfrm>
          <a:prstGeom prst="rect">
            <a:avLst/>
          </a:prstGeom>
          <a:ln w="9525">
            <a:solidFill>
              <a:srgbClr val="C9933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400" kern="0" dirty="0">
                <a:solidFill>
                  <a:srgbClr val="B85C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 QUEST COMPLETE ]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B2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전설의 요리사 인증서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16642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spc="250" kern="0" dirty="0">
                <a:solidFill>
                  <a:srgbClr val="C993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CERTIFICATE OF THE LEGENDARY CHEF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371600" y="2084832"/>
            <a:ext cx="6400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5F8F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{{이름}}  ·  {{디스코드닉네임}}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3108960" y="2724912"/>
            <a:ext cx="2926080" cy="0"/>
          </a:xfrm>
          <a:prstGeom prst="line">
            <a:avLst/>
          </a:prstGeom>
          <a:noFill/>
          <a:ln w="12700">
            <a:solidFill>
              <a:srgbClr val="C9933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2880360"/>
            <a:ext cx="6949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450" dirty="0">
                <a:solidFill>
                  <a:srgbClr val="3B2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냉장고 속 재료를 아끼는 마음으로</a:t>
            </a:r>
            <a:endParaRPr lang="en-US" sz="1450" dirty="0"/>
          </a:p>
          <a:p>
            <a:pPr algn="ctr" indent="0" marL="0">
              <a:lnSpc>
                <a:spcPts val="2400"/>
              </a:lnSpc>
              <a:buNone/>
            </a:pPr>
            <a:r>
              <a:rPr lang="en-US" sz="1450" dirty="0">
                <a:solidFill>
                  <a:srgbClr val="3B2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Lv.1부터 Lv.5까지 모든 요리 퀘스트를 완수하였기에</a:t>
            </a:r>
            <a:endParaRPr lang="en-US" sz="1450" dirty="0"/>
          </a:p>
          <a:p>
            <a:pPr algn="ctr" indent="0" marL="0">
              <a:lnSpc>
                <a:spcPts val="2400"/>
              </a:lnSpc>
              <a:buNone/>
            </a:pPr>
            <a:r>
              <a:rPr lang="en-US" sz="1450" dirty="0">
                <a:solidFill>
                  <a:srgbClr val="3B2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"전설의 요리사" 칭호를 수여합니다.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914400" y="385876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B85C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🌿 "남은 재료를 아끼는 마음이 어느새 너만의 손맛이 되었구나." — 할머니의 한마디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914400" y="437083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06F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완료일  {{완료일}}          냉장고 파먹기 레벨업 챌린지  ×  할머니 손맛 레시피북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B2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164592"/>
            <a:ext cx="8814816" cy="4818888"/>
          </a:xfrm>
          <a:prstGeom prst="rect">
            <a:avLst/>
          </a:prstGeom>
          <a:ln w="19050">
            <a:solidFill>
              <a:srgbClr val="C993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600" kern="0" dirty="0">
                <a:solidFill>
                  <a:srgbClr val="C993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INVITATION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7F0D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북토크 &amp; 요리교실 초대장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8C7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초대장은 Lv.5까지 완주한 "전설의 요리사"에게만 드립니다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51560" y="2103120"/>
            <a:ext cx="7040880" cy="1874520"/>
          </a:xfrm>
          <a:prstGeom prst="roundRect">
            <a:avLst>
              <a:gd name="adj" fmla="val 5854"/>
            </a:avLst>
          </a:prstGeom>
          <a:solidFill>
            <a:srgbClr val="FFF9ED"/>
          </a:solidFill>
          <a:ln/>
        </p:spPr>
      </p:sp>
      <p:sp>
        <p:nvSpPr>
          <p:cNvPr id="7" name="Text 5"/>
          <p:cNvSpPr/>
          <p:nvPr/>
        </p:nvSpPr>
        <p:spPr>
          <a:xfrm>
            <a:off x="1325880" y="2231136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85C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🗓  일시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2743200" y="2231136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B2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2026년 9월 12일 (토) 오후 2시  ※ 예시 — 확정 후 수정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325880" y="2642616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85C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📍  장소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743200" y="2642616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B2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전라도 순천 ○○북카페  ※ 예시 — 확정 후 수정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325880" y="3054096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85C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📖  1부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743200" y="3054096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B2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할머니 손맛 레시피북 북토크 &amp; 저자 사인회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325880" y="3465576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85C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🍳  2부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743200" y="3465576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B2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할머니와 함께하는 미니 요리교실 (재료 제공)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" y="422452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8C7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입장 시 이 초대장 화면과 디스코드 닉네임을 보여주세요  ·  문의: 디스코드 #일반 채널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8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냉장고 파먹기 레벨업 챌린지  ×  할머니 손맛 레시피북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2026-07-27T12:18:57Z</dcterms:created>
  <dcterms:modified xsi:type="dcterms:W3CDTF">2026-07-27T12:18:57Z</dcterms:modified>
</cp:coreProperties>
</file>